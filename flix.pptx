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uno" initials="a" lastIdx="1" clrIdx="0">
    <p:extLst>
      <p:ext uri="{19B8F6BF-5375-455C-9EA6-DF929625EA0E}">
        <p15:presenceInfo xmlns:p15="http://schemas.microsoft.com/office/powerpoint/2012/main" userId="S-1-5-21-2067190546-1297167818-1287280606-11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3T14:32:29.749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23203D-F728-465D-8D16-293B6CD599F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D6129272-28F8-4AAE-A37A-3E20731A54BD}" type="pres">
      <dgm:prSet presAssocID="{F223203D-F728-465D-8D16-293B6CD599F2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17261E52-CA5B-4C89-8D48-7AE1DB94BD1C}" type="presOf" srcId="{F223203D-F728-465D-8D16-293B6CD599F2}" destId="{D6129272-28F8-4AAE-A37A-3E20731A54B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7E813-4BB5-422E-98C9-D423016DD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4F681D-10EF-4AC9-AB1E-E0F6B360C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008512-1B01-4AF4-869E-A2DC2B9B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D262FC-F4BA-4196-9ACF-C91C6AB0F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3A27D6-98B9-45FC-B6ED-645F98A4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228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C693C-1557-4773-A72E-ADEB6766F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965779-F735-4832-A292-5E9EAEF65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7E58EA-A523-41AA-A168-650648F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37A0E-4D3B-423D-9C09-1C92CD3E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BBBA38-E6F1-453E-8304-8E6BF70A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151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02CE0-E5C2-4BEF-BEA4-0C6F4E636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4B78A3-C411-43A0-BE5C-23C1302E3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E497F0-3AA0-4D2A-8AD1-2E512FE4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4858D7-C362-49FC-A372-A80D42CE2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E25717-8522-4D16-964F-7978D56C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21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57699-9286-4723-A031-35988F0D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3F3534-B1BF-450D-BE71-2A404385A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E176FE-7EF3-4884-82E5-79A8F705D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C8B735-DD78-4B32-9AAB-DFA26CFE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BEF80E-867A-49C3-B718-6A3874DF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F6569D-0808-4C9D-8893-E1CEC50F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8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AA2F5-A6C3-4B78-AEC2-76A66892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46E965-2AB3-4BD1-951D-6F64B11D6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0E9B10-62FB-49CD-8BFE-A258C6AFA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533809E-AC38-4535-B023-6C9FE3C28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2FA0A4-E019-4338-B881-0591F4A1D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06F24A-73E0-4144-94C9-9508101F6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2156BB-D8BA-4464-BA12-4E5FBE24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347618-BD6F-44BA-B694-5CB2692C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73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DC5D9-DED4-4AB5-BE76-D5C326240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59D2AE2-BEB3-4663-8B45-5176AC85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B420571-5EEB-4089-8C1D-AFF4A4DE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14C704E-14FC-4F83-9BFD-EC71DA4A8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83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8C21361-B7A3-4782-A17F-B5836C6F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567927-F2CB-4DE9-A3AC-766DBB2B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8BD65B-BB95-4359-AAE8-DCBA2B7B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43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8E277-5BC3-43B7-BF7F-B6FB419E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8DED8-FC55-4359-AB11-87EEBC719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F3B4BF-2487-4048-9272-E575E4AB3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F7A037-52E0-423A-8FDE-9E82CB48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50657B-976B-4BBA-8A1C-EDD98C64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2AF928-0E06-40A2-9AA5-C896C74A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60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538C6-21C8-411C-9D54-C20821AE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DB9AD34-0A99-4AA8-8504-9B7904C11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381D09-5C35-45AD-9A78-12248E365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48A803-00B5-4B66-BFB3-81B688BE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F646BE-5841-4D8D-ABFB-FA9943BB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02D661-7CC9-4E56-BDB2-2AC775D0C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00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F56CC-0D29-419D-AD11-21D24CF09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43CE15-6A93-4E8C-B933-EC11E9DDD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8648CA-871A-4656-AD26-E5B899241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9E35DA-0DBF-46DD-BB4C-3FE743A0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BA2DE3-032B-44FE-84E5-0BF86E9F5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586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2882BE-4E78-4E07-956E-FF4305C52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B019656-593C-459D-842B-F91A1771F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AE6974-522A-42C4-A3A5-26A4F195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D9344A-DA51-49B6-BE15-F43E9B17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990071-E1FC-4EF9-BB6A-09FB72DB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182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1EB22E-7B73-4CE6-B3E1-F51E720CA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765E4C-FBB4-4FF7-94FE-26EC418B4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0C4599-5FF5-4F3C-81E9-9EB08316E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4158D-2E82-4857-9A61-D2F41B57F82B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A0B74C-22AF-400C-89A1-821CC6631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1C283B-BA93-4219-AA24-C3A835633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000FE-32D7-444C-B12D-F3E7046D7C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08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Zoom de Slide 4">
                <a:extLst>
                  <a:ext uri="{FF2B5EF4-FFF2-40B4-BE49-F238E27FC236}">
                    <a16:creationId xmlns:a16="http://schemas.microsoft.com/office/drawing/2014/main" id="{C0183023-7264-497C-A7D2-60471FD043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0892118"/>
                  </p:ext>
                </p:extLst>
              </p:nvPr>
            </p:nvGraphicFramePr>
            <p:xfrm>
              <a:off x="-2191170" y="-459529"/>
              <a:ext cx="3048000" cy="1714500"/>
            </p:xfrm>
            <a:graphic>
              <a:graphicData uri="http://schemas.microsoft.com/office/powerpoint/2016/slidezoom">
                <pslz:sldZm>
                  <pslz:sldZmObj sldId="256" cId="1734603379">
                    <pslz:zmPr id="{277584C0-1753-4C19-83EC-5D40F1CB9A49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Zoom de Slide 4">
                <a:extLst>
                  <a:ext uri="{FF2B5EF4-FFF2-40B4-BE49-F238E27FC236}">
                    <a16:creationId xmlns:a16="http://schemas.microsoft.com/office/drawing/2014/main" id="{C0183023-7264-497C-A7D2-60471FD043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191170" y="-45952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6" name="Elipse 5">
            <a:extLst>
              <a:ext uri="{FF2B5EF4-FFF2-40B4-BE49-F238E27FC236}">
                <a16:creationId xmlns:a16="http://schemas.microsoft.com/office/drawing/2014/main" id="{3A6CE29C-1145-4A0D-8054-46E3AE76F3BB}"/>
              </a:ext>
            </a:extLst>
          </p:cNvPr>
          <p:cNvSpPr/>
          <p:nvPr/>
        </p:nvSpPr>
        <p:spPr>
          <a:xfrm>
            <a:off x="2655065" y="753703"/>
            <a:ext cx="1850834" cy="1002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inicio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DEE668E-F0B8-4F0F-B176-75357D4CE32C}"/>
              </a:ext>
            </a:extLst>
          </p:cNvPr>
          <p:cNvCxnSpPr>
            <a:stCxn id="6" idx="4"/>
          </p:cNvCxnSpPr>
          <p:nvPr/>
        </p:nvCxnSpPr>
        <p:spPr>
          <a:xfrm flipH="1">
            <a:off x="3569465" y="1756238"/>
            <a:ext cx="11017" cy="425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5F304FD4-DADF-479E-A136-CA26D58FB84B}"/>
              </a:ext>
            </a:extLst>
          </p:cNvPr>
          <p:cNvSpPr/>
          <p:nvPr/>
        </p:nvSpPr>
        <p:spPr>
          <a:xfrm>
            <a:off x="1207037" y="2068418"/>
            <a:ext cx="4836403" cy="1002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Nota, soma, media : real</a:t>
            </a:r>
          </a:p>
          <a:p>
            <a:pPr algn="ctr"/>
            <a:r>
              <a:rPr lang="pt-BR" dirty="0"/>
              <a:t>Contador: inteiro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CC8055FA-F5EB-48DA-B671-B9FAC1C9AB3B}"/>
              </a:ext>
            </a:extLst>
          </p:cNvPr>
          <p:cNvCxnSpPr>
            <a:stCxn id="9" idx="2"/>
          </p:cNvCxnSpPr>
          <p:nvPr/>
        </p:nvCxnSpPr>
        <p:spPr>
          <a:xfrm flipH="1">
            <a:off x="3619731" y="3070953"/>
            <a:ext cx="5508" cy="928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286B8029-BCFA-4B99-85A7-0EA846400E68}"/>
              </a:ext>
            </a:extLst>
          </p:cNvPr>
          <p:cNvSpPr/>
          <p:nvPr/>
        </p:nvSpPr>
        <p:spPr>
          <a:xfrm>
            <a:off x="1255922" y="3886677"/>
            <a:ext cx="5221995" cy="1817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Soma &lt;- 0 </a:t>
            </a:r>
          </a:p>
          <a:p>
            <a:pPr algn="ctr"/>
            <a:r>
              <a:rPr lang="pt-BR" dirty="0"/>
              <a:t>Contador &lt;- 0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6E1F2EAC-87B0-45CF-A7EF-8AE9B8BABCCF}"/>
              </a:ext>
            </a:extLst>
          </p:cNvPr>
          <p:cNvCxnSpPr>
            <a:stCxn id="12" idx="3"/>
          </p:cNvCxnSpPr>
          <p:nvPr/>
        </p:nvCxnSpPr>
        <p:spPr>
          <a:xfrm flipV="1">
            <a:off x="6477917" y="4792337"/>
            <a:ext cx="473726" cy="3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osango 14">
            <a:extLst>
              <a:ext uri="{FF2B5EF4-FFF2-40B4-BE49-F238E27FC236}">
                <a16:creationId xmlns:a16="http://schemas.microsoft.com/office/drawing/2014/main" id="{A16A5477-57B7-4A70-B36B-322C97D4C210}"/>
              </a:ext>
            </a:extLst>
          </p:cNvPr>
          <p:cNvSpPr/>
          <p:nvPr/>
        </p:nvSpPr>
        <p:spPr>
          <a:xfrm>
            <a:off x="6849152" y="3761121"/>
            <a:ext cx="2536635" cy="206243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Contador &lt; 5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559A15F6-7977-4962-A51B-F608BEB30C0F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8091305" y="2181340"/>
            <a:ext cx="26165" cy="1579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aralelogramo 17">
            <a:extLst>
              <a:ext uri="{FF2B5EF4-FFF2-40B4-BE49-F238E27FC236}">
                <a16:creationId xmlns:a16="http://schemas.microsoft.com/office/drawing/2014/main" id="{27765833-8F36-435D-9C6E-9200F103CCF2}"/>
              </a:ext>
            </a:extLst>
          </p:cNvPr>
          <p:cNvSpPr/>
          <p:nvPr/>
        </p:nvSpPr>
        <p:spPr>
          <a:xfrm>
            <a:off x="6519231" y="1432193"/>
            <a:ext cx="3696158" cy="749147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Tela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Digite a nota do aluno: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F1273618-16DD-4E2A-A005-758C8281A7BE}"/>
              </a:ext>
            </a:extLst>
          </p:cNvPr>
          <p:cNvCxnSpPr>
            <a:cxnSpLocks/>
          </p:cNvCxnSpPr>
          <p:nvPr/>
        </p:nvCxnSpPr>
        <p:spPr>
          <a:xfrm flipV="1">
            <a:off x="6670499" y="1903675"/>
            <a:ext cx="2006660" cy="194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A1AD61D1-9D50-4554-A662-F684E9B8A2F7}"/>
              </a:ext>
            </a:extLst>
          </p:cNvPr>
          <p:cNvSpPr/>
          <p:nvPr/>
        </p:nvSpPr>
        <p:spPr>
          <a:xfrm flipH="1">
            <a:off x="8010029" y="2531605"/>
            <a:ext cx="5759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</a:t>
            </a:r>
            <a:endParaRPr lang="pt-BR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CB50DA17-D8FC-43A4-85D0-C64A26D07962}"/>
              </a:ext>
            </a:extLst>
          </p:cNvPr>
          <p:cNvCxnSpPr>
            <a:cxnSpLocks/>
          </p:cNvCxnSpPr>
          <p:nvPr/>
        </p:nvCxnSpPr>
        <p:spPr>
          <a:xfrm>
            <a:off x="9054486" y="4780660"/>
            <a:ext cx="1500625" cy="283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AE6AB9E6-8476-4803-95EF-B440E16428FB}"/>
              </a:ext>
            </a:extLst>
          </p:cNvPr>
          <p:cNvSpPr/>
          <p:nvPr/>
        </p:nvSpPr>
        <p:spPr>
          <a:xfrm>
            <a:off x="9672224" y="2798281"/>
            <a:ext cx="6415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</a:t>
            </a: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28FC95A7-C5CF-495A-96DE-1BF072371F5E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6624179" y="3794824"/>
            <a:ext cx="224973" cy="9975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luxograma: Conector fora de Página 2">
            <a:extLst>
              <a:ext uri="{FF2B5EF4-FFF2-40B4-BE49-F238E27FC236}">
                <a16:creationId xmlns:a16="http://schemas.microsoft.com/office/drawing/2014/main" id="{BA0F87A7-9C8A-4219-A703-BA191C3ACB70}"/>
              </a:ext>
            </a:extLst>
          </p:cNvPr>
          <p:cNvSpPr/>
          <p:nvPr/>
        </p:nvSpPr>
        <p:spPr>
          <a:xfrm>
            <a:off x="10385777" y="4804014"/>
            <a:ext cx="516434" cy="750507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2" name="Fluxograma: Conector fora de Página 21">
            <a:extLst>
              <a:ext uri="{FF2B5EF4-FFF2-40B4-BE49-F238E27FC236}">
                <a16:creationId xmlns:a16="http://schemas.microsoft.com/office/drawing/2014/main" id="{27DB5F80-4BE7-4FC6-8883-F29714D1EA91}"/>
              </a:ext>
            </a:extLst>
          </p:cNvPr>
          <p:cNvSpPr/>
          <p:nvPr/>
        </p:nvSpPr>
        <p:spPr>
          <a:xfrm>
            <a:off x="6365962" y="3358331"/>
            <a:ext cx="516434" cy="750507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34603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1556FC17-2059-4B8E-8D16-A158049359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3252356"/>
              </p:ext>
            </p:extLst>
          </p:nvPr>
        </p:nvGraphicFramePr>
        <p:xfrm>
          <a:off x="2701184" y="1603997"/>
          <a:ext cx="535724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90DBB1BC-8D7F-41BA-8780-1908CE882BF1}"/>
              </a:ext>
            </a:extLst>
          </p:cNvPr>
          <p:cNvCxnSpPr>
            <a:cxnSpLocks/>
          </p:cNvCxnSpPr>
          <p:nvPr/>
        </p:nvCxnSpPr>
        <p:spPr>
          <a:xfrm>
            <a:off x="3789802" y="2065663"/>
            <a:ext cx="6720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5418A6B8-A728-47F6-ACCA-BE855A6A5B93}"/>
              </a:ext>
            </a:extLst>
          </p:cNvPr>
          <p:cNvSpPr/>
          <p:nvPr/>
        </p:nvSpPr>
        <p:spPr>
          <a:xfrm>
            <a:off x="4074188" y="1023135"/>
            <a:ext cx="1617861" cy="2297013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Leia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nota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B4BC2BB-400C-4533-8F89-8BF800D54F40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6268598" y="2610997"/>
            <a:ext cx="188313" cy="46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35F9412-DFEC-4546-904D-526EAAF3397D}"/>
              </a:ext>
            </a:extLst>
          </p:cNvPr>
          <p:cNvSpPr txBox="1"/>
          <p:nvPr/>
        </p:nvSpPr>
        <p:spPr>
          <a:xfrm>
            <a:off x="7160964" y="241269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E0D3749C-E6E8-495F-B70B-AFB289C95164}"/>
              </a:ext>
            </a:extLst>
          </p:cNvPr>
          <p:cNvCxnSpPr>
            <a:cxnSpLocks/>
            <a:stCxn id="26" idx="2"/>
          </p:cNvCxnSpPr>
          <p:nvPr/>
        </p:nvCxnSpPr>
        <p:spPr>
          <a:xfrm rot="5400000">
            <a:off x="3623752" y="3160017"/>
            <a:ext cx="3335224" cy="233109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8E8F8939-1DDF-47D2-A655-B7C17F41130A}"/>
              </a:ext>
            </a:extLst>
          </p:cNvPr>
          <p:cNvSpPr/>
          <p:nvPr/>
        </p:nvSpPr>
        <p:spPr>
          <a:xfrm>
            <a:off x="2115239" y="4686358"/>
            <a:ext cx="2613049" cy="2297013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escreva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Nota invalida, digite entre 0 e 10.</a:t>
            </a:r>
          </a:p>
        </p:txBody>
      </p:sp>
      <p:sp>
        <p:nvSpPr>
          <p:cNvPr id="26" name="Losango 25">
            <a:extLst>
              <a:ext uri="{FF2B5EF4-FFF2-40B4-BE49-F238E27FC236}">
                <a16:creationId xmlns:a16="http://schemas.microsoft.com/office/drawing/2014/main" id="{26E0AC78-DDC7-4F25-B02C-0D820D4C8804}"/>
              </a:ext>
            </a:extLst>
          </p:cNvPr>
          <p:cNvSpPr/>
          <p:nvPr/>
        </p:nvSpPr>
        <p:spPr>
          <a:xfrm>
            <a:off x="4972279" y="1634293"/>
            <a:ext cx="2969264" cy="102365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 nota &gt;=0 e &lt;=10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26BCB22A-3695-4FE3-BE2D-EC44227947BA}"/>
              </a:ext>
            </a:extLst>
          </p:cNvPr>
          <p:cNvCxnSpPr>
            <a:stCxn id="26" idx="0"/>
          </p:cNvCxnSpPr>
          <p:nvPr/>
        </p:nvCxnSpPr>
        <p:spPr>
          <a:xfrm flipV="1">
            <a:off x="6456911" y="1213302"/>
            <a:ext cx="1585402" cy="420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0DA6DD6-C205-4E3C-A7F3-E1AE261F6984}"/>
              </a:ext>
            </a:extLst>
          </p:cNvPr>
          <p:cNvSpPr txBox="1"/>
          <p:nvPr/>
        </p:nvSpPr>
        <p:spPr>
          <a:xfrm>
            <a:off x="7083846" y="117880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6F68BCF-36C9-43B0-97C3-67E0F88C1313}"/>
              </a:ext>
            </a:extLst>
          </p:cNvPr>
          <p:cNvSpPr/>
          <p:nvPr/>
        </p:nvSpPr>
        <p:spPr>
          <a:xfrm>
            <a:off x="7941543" y="478189"/>
            <a:ext cx="3833870" cy="4098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Soma &lt;- soma + nota</a:t>
            </a:r>
          </a:p>
          <a:p>
            <a:pPr algn="ctr"/>
            <a:r>
              <a:rPr lang="pt-BR" dirty="0"/>
              <a:t>Contador &lt;- contador + 1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A97F0987-9ECF-4DE8-B0FF-ADED0C1D225B}"/>
              </a:ext>
            </a:extLst>
          </p:cNvPr>
          <p:cNvCxnSpPr>
            <a:stCxn id="32" idx="2"/>
          </p:cNvCxnSpPr>
          <p:nvPr/>
        </p:nvCxnSpPr>
        <p:spPr>
          <a:xfrm>
            <a:off x="9858478" y="4576464"/>
            <a:ext cx="1618" cy="1258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224EC5E1-4E60-4386-BD51-BA6C501BFBC6}"/>
              </a:ext>
            </a:extLst>
          </p:cNvPr>
          <p:cNvCxnSpPr>
            <a:cxnSpLocks/>
          </p:cNvCxnSpPr>
          <p:nvPr/>
        </p:nvCxnSpPr>
        <p:spPr>
          <a:xfrm flipV="1">
            <a:off x="3518754" y="478189"/>
            <a:ext cx="1571039" cy="843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9DF2ED3-41D8-47C5-A212-7753C8FC879A}"/>
              </a:ext>
            </a:extLst>
          </p:cNvPr>
          <p:cNvSpPr txBox="1"/>
          <p:nvPr/>
        </p:nvSpPr>
        <p:spPr>
          <a:xfrm>
            <a:off x="4250458" y="47818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458D1C5C-6553-4755-99A8-578B3FDB8649}"/>
              </a:ext>
            </a:extLst>
          </p:cNvPr>
          <p:cNvSpPr/>
          <p:nvPr/>
        </p:nvSpPr>
        <p:spPr>
          <a:xfrm>
            <a:off x="4871506" y="200930"/>
            <a:ext cx="1571039" cy="667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Media = soma / 5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7817BCD4-5418-42C0-A4C9-DD0ECDD9D4F2}"/>
              </a:ext>
            </a:extLst>
          </p:cNvPr>
          <p:cNvCxnSpPr>
            <a:stCxn id="39" idx="3"/>
          </p:cNvCxnSpPr>
          <p:nvPr/>
        </p:nvCxnSpPr>
        <p:spPr>
          <a:xfrm flipV="1">
            <a:off x="6442545" y="248356"/>
            <a:ext cx="931765" cy="286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alelogramo 5">
            <a:extLst>
              <a:ext uri="{FF2B5EF4-FFF2-40B4-BE49-F238E27FC236}">
                <a16:creationId xmlns:a16="http://schemas.microsoft.com/office/drawing/2014/main" id="{5524B044-C98E-49C7-BB43-CBD3C717A175}"/>
              </a:ext>
            </a:extLst>
          </p:cNvPr>
          <p:cNvSpPr/>
          <p:nvPr/>
        </p:nvSpPr>
        <p:spPr>
          <a:xfrm>
            <a:off x="6947668" y="-170224"/>
            <a:ext cx="5194406" cy="192849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Escreva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“O aluno foi aprovado com média:  “, media</a:t>
            </a:r>
          </a:p>
        </p:txBody>
      </p:sp>
      <p:sp>
        <p:nvSpPr>
          <p:cNvPr id="9" name="Fluxograma: Conector fora de Página 8">
            <a:extLst>
              <a:ext uri="{FF2B5EF4-FFF2-40B4-BE49-F238E27FC236}">
                <a16:creationId xmlns:a16="http://schemas.microsoft.com/office/drawing/2014/main" id="{322F8F25-7132-418C-85B1-76AF3E988D90}"/>
              </a:ext>
            </a:extLst>
          </p:cNvPr>
          <p:cNvSpPr/>
          <p:nvPr/>
        </p:nvSpPr>
        <p:spPr>
          <a:xfrm>
            <a:off x="3093155" y="1023135"/>
            <a:ext cx="710985" cy="1504192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607C67-1390-43CF-80BD-44C908DA6E2F}"/>
              </a:ext>
            </a:extLst>
          </p:cNvPr>
          <p:cNvSpPr txBox="1"/>
          <p:nvPr/>
        </p:nvSpPr>
        <p:spPr>
          <a:xfrm>
            <a:off x="4074188" y="175470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</a:t>
            </a:r>
          </a:p>
        </p:txBody>
      </p:sp>
      <p:sp>
        <p:nvSpPr>
          <p:cNvPr id="11" name="Fluxograma: Conector fora de Página 10">
            <a:extLst>
              <a:ext uri="{FF2B5EF4-FFF2-40B4-BE49-F238E27FC236}">
                <a16:creationId xmlns:a16="http://schemas.microsoft.com/office/drawing/2014/main" id="{B5E0EB96-B73A-4337-85F6-2E62C1FCD059}"/>
              </a:ext>
            </a:extLst>
          </p:cNvPr>
          <p:cNvSpPr/>
          <p:nvPr/>
        </p:nvSpPr>
        <p:spPr>
          <a:xfrm>
            <a:off x="9023100" y="5121411"/>
            <a:ext cx="1670756" cy="1258400"/>
          </a:xfrm>
          <a:prstGeom prst="flowChartOffpage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17367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82</Words>
  <Application>Microsoft Office PowerPoint</Application>
  <PresentationFormat>Widescreen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</dc:creator>
  <cp:lastModifiedBy>aluno</cp:lastModifiedBy>
  <cp:revision>2</cp:revision>
  <dcterms:created xsi:type="dcterms:W3CDTF">2026-03-03T17:51:44Z</dcterms:created>
  <dcterms:modified xsi:type="dcterms:W3CDTF">2026-03-03T18:04:30Z</dcterms:modified>
</cp:coreProperties>
</file>